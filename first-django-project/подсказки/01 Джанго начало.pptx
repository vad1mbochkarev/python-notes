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1DE49-4408-8388-93D9-95D5AC236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EF7940-3E3B-A2E6-4958-DA91D954A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1AC006-1175-6219-D874-FD1B5879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661A2B-C42A-6F2D-E3FD-5D4661D8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DAB7D-2F4B-E26C-8F32-D3CB3AD2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30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64440-D9F9-3547-4359-CB42FF831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B6884E-7A39-9B8C-512F-94B9D84CB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2F38DA-C72A-0F05-7EC9-C6F390EF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0FEF88-77A4-AF08-57BB-A5BCC514F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019FCC-6EB0-9371-7AC9-A9FC9F0A5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342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D780C-4021-399E-606E-39FB3B4FD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BD3D2F-4D51-27D5-D47D-BB72D09BF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6E1F3-46C9-AC31-BC07-6814A9E2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98C981-3278-7F31-AB6B-AE910AC07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5968A5-B2AF-75F5-61EC-6882D383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443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A54AD-2B54-22BB-729D-FBAACC638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52D74C-C891-B48A-B5C0-6CA0C8033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AA1C92-DB92-BD0F-1C77-F86F93F45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D5B424-A2B3-6637-2D93-F1BBABB41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DC9600-3BB9-DF3C-4CE0-98C00D5DC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652FAB-F53A-CC86-B475-4A814EB96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43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3077E-8BC6-D5B0-150E-342FF5FC8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E2BC6C-47D2-4515-FF33-9B513EBB3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9BFA74-8A6F-EFE3-991B-A9B680539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758FE3-96EC-8D57-44E7-B8B0FC196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D8F5532-FF3A-40B2-053D-CAD48F430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D843CC2-4727-7A04-B94F-D20C447B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158F321-AF64-D5CE-0249-62169B71F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DCD5A4-DED9-5217-00A7-55189B353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29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C7881-D646-F451-5F78-B50C33AF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FE8D8CC-8A6A-992D-2043-CF2B3DB0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D10E5F-A5AC-AD21-A06B-826AA932E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7AA6F2-BB76-A6DA-BB3D-E9765A67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15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151612-84A3-2EFC-D9DF-CD87224A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0C8783-29B4-165B-1959-36A5B34DE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A5A929-0173-E46C-7E43-18E9854D8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81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497AA-F100-A5F3-5C10-7F8B1BD3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B018B2-0703-671F-08A6-1AE06A18F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A84648-6F17-12D1-46DE-D530C4670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E4FDA1-B433-7F83-89F3-539B11FA5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1DB212-74AB-E568-B1D8-9750427F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BFD9D1-CF3F-55B2-1F4F-9EC35B0E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62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B3309-CE77-5BF1-DF58-BD7E8818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464956E-E9A1-2C0B-358D-0E3E270825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31F36C-35BE-13FC-837F-8B433D3AF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56970E-0E05-6ADC-9A1D-BDB818620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460877-A585-A9CB-8EFA-FF1E8C93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2420E5-D872-16F9-621A-76B248DD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85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F16B20-19F9-B306-DD4C-9B1FF469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4C1CD6-1697-A868-CB4F-DD94E0C2A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979266-4233-3F21-2339-E879FBC50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31FDA4-B428-ADBC-2D5D-88A89DA28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DC8474-80C2-5B2D-3B1E-84A2873B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559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9F31635-83C7-985F-1260-A57E2F51B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D4F6EB-6595-E3F3-EBB6-8B194D0F9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C72769-D907-35BB-57AD-72592F64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3B3722-AF40-2CCD-F7AA-B97730B2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4B8111-0F36-FD63-2976-58058730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28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2EAC9-A955-1603-E157-2DF92C98E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76C5AA-597F-E9B3-C08F-59E3267BD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80C06C-75F2-51A9-3E93-D00A8DA50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B48E4-33CB-4ABF-9D3D-E34B7A0AC540}" type="datetimeFigureOut">
              <a:rPr lang="ru-RU" smtClean="0"/>
              <a:t>01.09.2025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86E5C8-2279-D25A-2EE8-664D76872A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1E9D91-E9B3-ED5B-9E17-21133A69C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E7D3B-D17A-4CE0-95A4-0EC53588DA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75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993255-AB78-3535-6F82-69D91512FE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AE3E47-E660-AA75-D197-3A0B1CF9A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CBCC3B2-A6F2-A5B8-F940-3FAC865F5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35624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09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графический дизайн">
            <a:extLst>
              <a:ext uri="{FF2B5EF4-FFF2-40B4-BE49-F238E27FC236}">
                <a16:creationId xmlns:a16="http://schemas.microsoft.com/office/drawing/2014/main" id="{CB317B48-DB4B-50BE-2375-C3A0185D4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2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">
            <a:extLst>
              <a:ext uri="{FF2B5EF4-FFF2-40B4-BE49-F238E27FC236}">
                <a16:creationId xmlns:a16="http://schemas.microsoft.com/office/drawing/2014/main" id="{0E604642-9AF6-5CE9-10E3-64986E925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8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диаграмма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1004458-7223-3FC6-6213-72191BC78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4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документ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7FA6CF0-71BD-A56F-B919-0556DA480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840" y="0"/>
            <a:ext cx="50683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392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веб-страниц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EBA9223-B9C2-1D1D-2502-06803F87E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8" y="0"/>
            <a:ext cx="10395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27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5E5ED3B-DD18-E870-7A46-56B95C2DA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91" y="0"/>
            <a:ext cx="118982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6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B57B3B6-5E63-81BF-36D3-16F8ECEC1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8333"/>
            <a:ext cx="12192000" cy="474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198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Екимов</dc:creator>
  <cp:lastModifiedBy>Илья Екимов</cp:lastModifiedBy>
  <cp:revision>1</cp:revision>
  <dcterms:created xsi:type="dcterms:W3CDTF">2025-09-01T18:45:28Z</dcterms:created>
  <dcterms:modified xsi:type="dcterms:W3CDTF">2025-09-01T21:33:07Z</dcterms:modified>
</cp:coreProperties>
</file>