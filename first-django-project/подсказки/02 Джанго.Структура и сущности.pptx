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9" r:id="rId2"/>
  </p:sldMasterIdLst>
  <p:sldIdLst>
    <p:sldId id="257" r:id="rId3"/>
    <p:sldId id="258" r:id="rId4"/>
    <p:sldId id="275" r:id="rId5"/>
    <p:sldId id="274" r:id="rId6"/>
    <p:sldId id="276" r:id="rId7"/>
    <p:sldId id="277" r:id="rId8"/>
    <p:sldId id="278" r:id="rId9"/>
    <p:sldId id="279" r:id="rId10"/>
    <p:sldId id="273" r:id="rId11"/>
    <p:sldId id="280" r:id="rId12"/>
    <p:sldId id="281" r:id="rId13"/>
    <p:sldId id="259" r:id="rId14"/>
    <p:sldId id="260" r:id="rId15"/>
    <p:sldId id="261" r:id="rId16"/>
    <p:sldId id="262" r:id="rId17"/>
    <p:sldId id="265" r:id="rId18"/>
    <p:sldId id="263" r:id="rId19"/>
    <p:sldId id="264" r:id="rId20"/>
    <p:sldId id="269" r:id="rId21"/>
    <p:sldId id="270" r:id="rId22"/>
    <p:sldId id="27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5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329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885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55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331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683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89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177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340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6398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69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596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200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355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051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96621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90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916178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62293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2259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4353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308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7525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8808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3640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379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1503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371185A-50DB-40DF-ADDE-00CBEB67E595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6C99ABC-5FE1-49A4-B73F-8DBF40239A3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1981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A20E024-160B-4A53-7C07-DA6751384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802" y="1485900"/>
            <a:ext cx="7366000" cy="5122334"/>
          </a:xfrm>
        </p:spPr>
        <p:txBody>
          <a:bodyPr/>
          <a:lstStyle/>
          <a:p>
            <a:r>
              <a:rPr lang="ru-RU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Задачи:</a:t>
            </a:r>
            <a:br>
              <a:rPr lang="ru-RU" b="1" dirty="0"/>
            </a:br>
            <a:br>
              <a:rPr lang="ru-RU" dirty="0"/>
            </a:b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1. 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ORM</a:t>
            </a:r>
            <a:b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2. MVT / MVC</a:t>
            </a:r>
            <a:b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3.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templates</a:t>
            </a:r>
            <a:b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3.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url</a:t>
            </a:r>
            <a:b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4. models</a:t>
            </a:r>
            <a:b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5. views</a:t>
            </a:r>
            <a:b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6. 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Миграции</a:t>
            </a:r>
          </a:p>
        </p:txBody>
      </p:sp>
    </p:spTree>
    <p:extLst>
      <p:ext uri="{BB962C8B-B14F-4D97-AF65-F5344CB8AC3E}">
        <p14:creationId xmlns:p14="http://schemas.microsoft.com/office/powerpoint/2010/main" val="769518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8DA3A-BC58-98BA-BD44-11D6CB73E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, логотип">
            <a:extLst>
              <a:ext uri="{FF2B5EF4-FFF2-40B4-BE49-F238E27FC236}">
                <a16:creationId xmlns:a16="http://schemas.microsoft.com/office/drawing/2014/main" id="{2E179F83-FF75-5177-6D12-9F684FB44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52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59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FF270-6AD1-E623-C16B-E2A5B5F0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">
            <a:extLst>
              <a:ext uri="{FF2B5EF4-FFF2-40B4-BE49-F238E27FC236}">
                <a16:creationId xmlns:a16="http://schemas.microsoft.com/office/drawing/2014/main" id="{EFCDE38F-C204-BB1F-13FF-6D4AD1AD6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3" y="266179"/>
            <a:ext cx="12192000" cy="669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71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8E40C-90A7-1B44-1668-720A5C6A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17A65B3-0A31-965E-9F9F-1B4E5A7D3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912"/>
            <a:ext cx="12192000" cy="669817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9C6E29D-1664-3B17-129D-126811DCC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4234"/>
            <a:ext cx="12192000" cy="6329532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Шрифт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25395FC-0E5F-0167-EB18-3ABD64FF08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4234"/>
            <a:ext cx="12192000" cy="63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642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A9E7EB-84A5-3F9A-AE17-1F9E2418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, Веб-сайт">
            <a:extLst>
              <a:ext uri="{FF2B5EF4-FFF2-40B4-BE49-F238E27FC236}">
                <a16:creationId xmlns:a16="http://schemas.microsoft.com/office/drawing/2014/main" id="{C5964E42-6733-3986-D527-615CDFA36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52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39845-1E6E-CF3F-E497-830AF700C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">
            <a:extLst>
              <a:ext uri="{FF2B5EF4-FFF2-40B4-BE49-F238E27FC236}">
                <a16:creationId xmlns:a16="http://schemas.microsoft.com/office/drawing/2014/main" id="{B4B8F448-F6F8-AD00-77B7-96D7FDCA7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67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FFF73C-0F95-2492-9D7D-7C6AAE77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">
            <a:extLst>
              <a:ext uri="{FF2B5EF4-FFF2-40B4-BE49-F238E27FC236}">
                <a16:creationId xmlns:a16="http://schemas.microsoft.com/office/drawing/2014/main" id="{8795E0E1-6BC9-B839-71E1-05F6E8087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25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9B4E2-6370-776B-63C2-2023DC25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">
            <a:extLst>
              <a:ext uri="{FF2B5EF4-FFF2-40B4-BE49-F238E27FC236}">
                <a16:creationId xmlns:a16="http://schemas.microsoft.com/office/drawing/2014/main" id="{18C19CA0-BF19-01D6-CF73-BE5835021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62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445612-6139-6423-68D9-EFB6A88BC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1" y="2396065"/>
            <a:ext cx="11319933" cy="4639734"/>
          </a:xfrm>
        </p:spPr>
        <p:txBody>
          <a:bodyPr>
            <a:normAutofit/>
          </a:bodyPr>
          <a:lstStyle/>
          <a:p>
            <a:r>
              <a:rPr lang="ru-RU" sz="36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-  </a:t>
            </a:r>
            <a:r>
              <a:rPr lang="ru-RU" sz="36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https</a:t>
            </a:r>
            <a:r>
              <a:rPr lang="ru-RU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— протокол</a:t>
            </a:r>
            <a:br>
              <a:rPr lang="ru-RU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</a:br>
            <a:r>
              <a:rPr lang="ru-RU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-  </a:t>
            </a:r>
            <a:r>
              <a:rPr lang="ru-RU" sz="36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docs.djangoproject.com —</a:t>
            </a:r>
            <a:r>
              <a:rPr lang="ru-RU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доменное имя </a:t>
            </a:r>
            <a:br>
              <a:rPr lang="ru-RU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</a:br>
            <a:r>
              <a:rPr lang="ru-RU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(Символьное имя, служащее для идентификации ресурса.)</a:t>
            </a:r>
            <a:br>
              <a:rPr lang="ru-RU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</a:br>
            <a:r>
              <a:rPr lang="ru-RU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-  </a:t>
            </a:r>
            <a:r>
              <a:rPr lang="ru-RU" sz="36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/</a:t>
            </a:r>
            <a:r>
              <a:rPr lang="ru-RU" sz="36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en</a:t>
            </a:r>
            <a:r>
              <a:rPr lang="ru-RU" sz="36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/3.2/</a:t>
            </a:r>
            <a:r>
              <a:rPr lang="ru-RU" sz="36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topics</a:t>
            </a:r>
            <a:r>
              <a:rPr lang="ru-RU" sz="36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/</a:t>
            </a:r>
            <a:r>
              <a:rPr lang="ru-RU" sz="36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http</a:t>
            </a:r>
            <a:r>
              <a:rPr lang="ru-RU" sz="36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/</a:t>
            </a:r>
            <a:r>
              <a:rPr lang="ru-RU" sz="3600" b="0" i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urls</a:t>
            </a:r>
            <a:r>
              <a:rPr lang="ru-RU" sz="3600" b="0" i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/ —</a:t>
            </a:r>
            <a:r>
              <a:rPr lang="ru-RU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  <a:t> путь.</a:t>
            </a:r>
            <a:br>
              <a:rPr lang="ru-RU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YS Text"/>
              </a:rPr>
            </a:br>
            <a:endParaRPr lang="ru-RU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C01203-5F4B-EAA9-6172-6B613DBDEAD1}"/>
              </a:ext>
            </a:extLst>
          </p:cNvPr>
          <p:cNvSpPr txBox="1"/>
          <p:nvPr/>
        </p:nvSpPr>
        <p:spPr>
          <a:xfrm>
            <a:off x="3111499" y="492668"/>
            <a:ext cx="629073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effectLst/>
                <a:latin typeface="YS Text"/>
              </a:rPr>
              <a:t>Планирование адресов и конвертеры путей</a:t>
            </a:r>
          </a:p>
        </p:txBody>
      </p:sp>
    </p:spTree>
    <p:extLst>
      <p:ext uri="{BB962C8B-B14F-4D97-AF65-F5344CB8AC3E}">
        <p14:creationId xmlns:p14="http://schemas.microsoft.com/office/powerpoint/2010/main" val="1389365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8143E8-993C-F637-C910-2BF7A944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, докумен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7AB9C06-1BC9-5759-EBB0-BF7B9BC31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7587"/>
            <a:ext cx="8966200" cy="463687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D60072-E201-A82F-8BDD-3AFE04A30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037" y="4588463"/>
            <a:ext cx="7354326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52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8A735-1388-F3B6-6D64-3D9A58A2C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74DF44-19E2-57DB-B7DA-AF4E1E601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02527"/>
            <a:ext cx="9313333" cy="265055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12D794-B354-8AFC-9ADC-AD86BCEF0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9" y="3428999"/>
            <a:ext cx="9313333" cy="298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41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A2CC3-DDC6-DD4C-B774-F8D69859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программное обеспечение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3101B21-8336-7E3B-64CD-6F3B0682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188"/>
            <a:ext cx="12192000" cy="641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78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F5F46-1137-7BEE-6BCD-7D698F88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линия, диаграмма">
            <a:extLst>
              <a:ext uri="{FF2B5EF4-FFF2-40B4-BE49-F238E27FC236}">
                <a16:creationId xmlns:a16="http://schemas.microsoft.com/office/drawing/2014/main" id="{D5EF5B80-A811-294D-E214-CEA9EE1BC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533"/>
            <a:ext cx="12192000" cy="648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0B8CF-1D9D-834B-0739-85CA9C51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дисплей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BFF7BE0-857B-2857-C7BA-FD5D39FFA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188"/>
            <a:ext cx="12192000" cy="641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55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4016C5-2B81-4998-4E01-026EEB47E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8B6B730-6EE9-A84B-F08E-08EA7F806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267"/>
            <a:ext cx="12192000" cy="629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8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629B2-6A55-6600-22FD-A1F95A224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60241A4-CF41-C7AF-27EF-6C2D6E871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000"/>
            <a:ext cx="12192000" cy="622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10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CCD2F-3F3B-A219-646B-3CA3A96B3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, визитная карточ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BCC43C0-D81E-7B58-E451-558875151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188"/>
            <a:ext cx="12192000" cy="638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4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B4EF4B-0CA5-EF4C-5198-CF55CF791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, дизайн">
            <a:extLst>
              <a:ext uri="{FF2B5EF4-FFF2-40B4-BE49-F238E27FC236}">
                <a16:creationId xmlns:a16="http://schemas.microsoft.com/office/drawing/2014/main" id="{090A423E-4765-969B-48C9-9508D5E2A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51933"/>
            <a:ext cx="12192000" cy="620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9E2921-51BD-0450-D4B9-D030BFED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51BE11A-C161-0572-929F-906362E32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1065"/>
            <a:ext cx="12192000" cy="629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33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56BBB-457D-CD48-A8B1-48D2E7EC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8437854-5903-23ED-74C8-E3050B1BD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4727"/>
            <a:ext cx="12192000" cy="627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802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41080-2E08-BA54-1A74-DA931F0E8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">
            <a:extLst>
              <a:ext uri="{FF2B5EF4-FFF2-40B4-BE49-F238E27FC236}">
                <a16:creationId xmlns:a16="http://schemas.microsoft.com/office/drawing/2014/main" id="{06986D39-70F2-A0C1-796B-C13902635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9249"/>
            <a:ext cx="12192000" cy="641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136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490</TotalTime>
  <Words>79</Words>
  <Application>Microsoft Office PowerPoint</Application>
  <PresentationFormat>Широкоэкранный</PresentationFormat>
  <Paragraphs>3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Century Gothic</vt:lpstr>
      <vt:lpstr>Franklin Gothic Book</vt:lpstr>
      <vt:lpstr>Wingdings 2</vt:lpstr>
      <vt:lpstr>YS Text</vt:lpstr>
      <vt:lpstr>Цитаты</vt:lpstr>
      <vt:lpstr>Уголки</vt:lpstr>
      <vt:lpstr>Задачи:  1. ORM 2. MVT / MVC 3. templates 3. url 4. models 5. views 6. Миграции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-  https — протокол -  docs.djangoproject.com — доменное имя  (Символьное имя, служащее для идентификации ресурса.) -  /en/3.2/topics/http/urls/ — путь.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Екимов</dc:creator>
  <cp:lastModifiedBy>Илья Екимов</cp:lastModifiedBy>
  <cp:revision>3</cp:revision>
  <dcterms:created xsi:type="dcterms:W3CDTF">2025-09-02T16:20:05Z</dcterms:created>
  <dcterms:modified xsi:type="dcterms:W3CDTF">2026-09-07T08:32:32Z</dcterms:modified>
</cp:coreProperties>
</file>